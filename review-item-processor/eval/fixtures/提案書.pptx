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システム保守のご提案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株式会社サンプル商事 御中</a:t>
            </a:r>
          </a:p>
          <a:p>
            <a:r>
              <a:t>株式会社テスト技研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ご提案内容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月次の定期点検</a:t>
            </a:r>
          </a:p>
          <a:p>
            <a:r>
              <a:t>障害時の一次対応</a:t>
            </a:r>
          </a:p>
          <a:p>
            <a:r>
              <a:t>四半期ごとの報告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お見積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月額 110,000円（税込）</a:t>
            </a:r>
          </a:p>
          <a:p>
            <a:r>
              <a:t>見積有効期限: 2026年10月31日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